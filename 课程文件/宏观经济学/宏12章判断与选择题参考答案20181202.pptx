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20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2018/12/2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2018/12/2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2018/12/2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2018/12/2 Sunday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2018/12/2 Sunday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2018/12/2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2018/12/2 Sunday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2018/12/2 Sunday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2018/12/2 Sunday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2018/12/2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2018/12/2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2018/12/2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1520" y="404664"/>
            <a:ext cx="7772400" cy="1470025"/>
          </a:xfrm>
        </p:spPr>
        <p:txBody>
          <a:bodyPr/>
          <a:lstStyle/>
          <a:p>
            <a:r>
              <a:rPr lang="zh-CN" altLang="en-US" dirty="0" smtClean="0"/>
              <a:t>宏</a:t>
            </a:r>
            <a:r>
              <a:rPr lang="en-US" altLang="zh-CN" dirty="0" smtClean="0"/>
              <a:t>12</a:t>
            </a:r>
            <a:r>
              <a:rPr lang="zh-CN" altLang="en-US" dirty="0" smtClean="0"/>
              <a:t>章判断与选择题参考答案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3568" y="2132856"/>
            <a:ext cx="8136904" cy="4032448"/>
          </a:xfrm>
        </p:spPr>
        <p:txBody>
          <a:bodyPr>
            <a:normAutofit/>
          </a:bodyPr>
          <a:lstStyle/>
          <a:p>
            <a:pPr algn="just"/>
            <a:r>
              <a:rPr lang="zh-CN" altLang="en-US" sz="2400" b="1" dirty="0" smtClean="0"/>
              <a:t>一、判断题答案</a:t>
            </a:r>
            <a:endParaRPr lang="en-US" altLang="zh-CN" sz="2400" b="1" dirty="0" smtClean="0"/>
          </a:p>
          <a:p>
            <a:pPr algn="l"/>
            <a:r>
              <a:rPr lang="en-US" altLang="zh-CN" sz="2400" dirty="0" smtClean="0"/>
              <a:t>1 ×        2 √        3  ×         4  ×         5  ×   </a:t>
            </a:r>
          </a:p>
          <a:p>
            <a:pPr algn="l"/>
            <a:r>
              <a:rPr lang="en-US" altLang="zh-CN" sz="2400" dirty="0" smtClean="0"/>
              <a:t>6 ×        7 ×       8</a:t>
            </a:r>
            <a:r>
              <a:rPr lang="en-US" altLang="zh-CN" sz="2400" dirty="0" smtClean="0"/>
              <a:t> × </a:t>
            </a:r>
            <a:r>
              <a:rPr lang="en-US" altLang="zh-CN" sz="2400" dirty="0" smtClean="0"/>
              <a:t>         9  √         10 √</a:t>
            </a:r>
          </a:p>
          <a:p>
            <a:pPr algn="l"/>
            <a:endParaRPr lang="en-US" altLang="zh-CN" sz="2400" dirty="0" smtClean="0"/>
          </a:p>
          <a:p>
            <a:pPr algn="l"/>
            <a:r>
              <a:rPr lang="zh-CN" altLang="en-US" sz="2400" b="1" dirty="0" smtClean="0"/>
              <a:t>二、单选答案</a:t>
            </a:r>
            <a:endParaRPr lang="en-US" altLang="zh-CN" sz="2400" b="1" dirty="0" smtClean="0"/>
          </a:p>
          <a:p>
            <a:pPr algn="l"/>
            <a:r>
              <a:rPr lang="en-US" altLang="zh-CN" sz="2400" dirty="0" smtClean="0"/>
              <a:t>1 </a:t>
            </a:r>
            <a:r>
              <a:rPr lang="en-US" altLang="zh-CN" sz="2400" dirty="0" smtClean="0"/>
              <a:t>A        </a:t>
            </a:r>
            <a:r>
              <a:rPr lang="en-US" altLang="zh-CN" sz="2400" dirty="0" smtClean="0"/>
              <a:t>2 </a:t>
            </a:r>
            <a:r>
              <a:rPr lang="en-US" altLang="zh-CN" sz="2400" dirty="0" smtClean="0"/>
              <a:t>B         3  A         </a:t>
            </a:r>
            <a:r>
              <a:rPr lang="en-US" altLang="zh-CN" sz="2400" dirty="0" smtClean="0"/>
              <a:t>4  </a:t>
            </a:r>
            <a:r>
              <a:rPr lang="en-US" altLang="zh-CN" sz="2400" dirty="0" smtClean="0"/>
              <a:t>B         </a:t>
            </a:r>
            <a:r>
              <a:rPr lang="en-US" altLang="zh-CN" sz="2400" dirty="0" smtClean="0"/>
              <a:t>5  </a:t>
            </a:r>
            <a:r>
              <a:rPr lang="en-US" altLang="zh-CN" sz="2400" dirty="0" smtClean="0"/>
              <a:t>C   </a:t>
            </a:r>
            <a:endParaRPr lang="en-US" altLang="zh-CN" sz="2400" dirty="0" smtClean="0"/>
          </a:p>
          <a:p>
            <a:pPr algn="l"/>
            <a:r>
              <a:rPr lang="en-US" altLang="zh-CN" sz="2400" smtClean="0"/>
              <a:t>6 </a:t>
            </a:r>
            <a:r>
              <a:rPr lang="en-US" altLang="zh-CN" sz="2400" smtClean="0"/>
              <a:t>D        </a:t>
            </a:r>
            <a:r>
              <a:rPr lang="en-US" altLang="zh-CN" sz="2400" smtClean="0"/>
              <a:t>7 </a:t>
            </a:r>
            <a:r>
              <a:rPr lang="en-US" altLang="zh-CN" sz="2400" smtClean="0"/>
              <a:t>B         8  C          </a:t>
            </a:r>
            <a:r>
              <a:rPr lang="en-US" altLang="zh-CN" sz="2400" smtClean="0"/>
              <a:t>9  </a:t>
            </a:r>
            <a:r>
              <a:rPr lang="en-US" altLang="zh-CN" sz="2400" smtClean="0"/>
              <a:t>B        </a:t>
            </a:r>
            <a:r>
              <a:rPr lang="en-US" altLang="zh-CN" sz="2400" smtClean="0"/>
              <a:t>10 </a:t>
            </a:r>
            <a:r>
              <a:rPr lang="en-US" altLang="zh-CN" sz="2400" smtClean="0"/>
              <a:t>B</a:t>
            </a:r>
            <a:endParaRPr lang="en-US" altLang="zh-CN" sz="2400" dirty="0" smtClean="0"/>
          </a:p>
          <a:p>
            <a:pPr algn="l"/>
            <a:endParaRPr lang="en-US" altLang="zh-CN" sz="2400" b="1" dirty="0" smtClean="0"/>
          </a:p>
          <a:p>
            <a:pPr algn="l"/>
            <a:endParaRPr lang="en-US" altLang="zh-CN" sz="2400" dirty="0" smtClean="0"/>
          </a:p>
          <a:p>
            <a:pPr algn="l"/>
            <a:endParaRPr lang="zh-CN" alt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全屏显示(4:3)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宏12章判断与选择题参考答案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宏12章判断与选择题参考答案</dc:title>
  <dc:creator>Administrator</dc:creator>
  <cp:lastModifiedBy>Administrator</cp:lastModifiedBy>
  <cp:revision>1</cp:revision>
  <dcterms:created xsi:type="dcterms:W3CDTF">2018-12-02T10:33:06Z</dcterms:created>
  <dcterms:modified xsi:type="dcterms:W3CDTF">2018-12-02T10:42:28Z</dcterms:modified>
</cp:coreProperties>
</file>